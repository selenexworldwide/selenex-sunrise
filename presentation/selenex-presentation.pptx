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_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_probl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_sol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_sdge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_github_rep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_platform_galle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7_code_galle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8_t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9_partn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_business_mod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